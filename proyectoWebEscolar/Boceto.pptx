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la-Lat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a-Latn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D87CD-B4CD-44CD-AA3F-5F29F0057CC2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a-Latn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a-Lat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6E392-0711-469D-A999-E6759F453966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48738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a-Latn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6E392-0711-469D-A999-E6759F453966}" type="slidenum">
              <a:rPr lang="la-Latn" smtClean="0"/>
              <a:t>2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281620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70BCA-3306-0690-A205-9E7E28388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B73033-61DE-ECA9-5845-CF34A27F5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la-Lat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0DC7E7-AD88-543E-D9BF-78539E44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D4F0A6-019E-DB18-5D33-26C885E3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22EEDA-9CE8-24EE-36E9-79C4A2E1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90605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8E5D1-2A96-CAD6-D9D8-DC7A6F4C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F8F847-093E-EAB9-F75A-DD175B69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60F561-842A-D7F3-A6DA-1F2B5B61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A9A9C6-216A-D7A1-7F1E-1FCF2FF5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B082D5-8D0F-8758-A853-583738C8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151662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0020D-188E-410D-077B-51196EA64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97CB0F-EEE1-5482-DC47-424FBEE85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C6AEAB-77D7-2E70-2843-29CC986E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02D5A6-E7BD-99DC-5F1E-4015DA36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BE45E9-1718-EDBC-34AE-4121CE3A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962712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AF67F-FAD9-BB2A-D0BF-853C8A2A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89DF42-14ED-F7CE-93A3-B93A97173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198F20-60CB-B195-FA13-A242318D7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481E14-CC7D-5FBE-61EC-91E07C6E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397B9B-55E9-0BC6-D54D-074267C5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899D2B-3793-83CA-180C-57BED6DA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3769865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1E0A1-5735-EEAE-58D2-D06374A0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BE72D9-5BA3-369C-9599-E1289D5E6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BEEB93-3B48-6EB1-3C80-3C58080FC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39280-78DF-82E9-C6D4-5757D6FE0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36416A1-5217-4835-7634-0C3D7BA3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B22B49-058C-5EEF-B91A-0DFE292C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D551488-BBB2-661D-72F4-C60B3700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DA09F1-BEAF-CC40-BED6-766B958F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137535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DDA95-FE42-7E15-969F-738F05F4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CD94EB-EC18-60D0-B28F-E5B96A7C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2C866C-C19F-F9F4-9DD0-13031DF3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B75A7D-C096-703A-9FF1-71856331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200450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0AAE72A-CD92-EC29-EEC3-566CF558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0BF2669-D3D4-DFAA-A083-42A5C860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76A410-2A4D-629E-41E5-D52165CB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303963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6D891-1BDB-797D-B403-37971939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7AD40B-4276-ACD1-6269-C1940BA8C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F1C8E9-5FAB-C361-EB5D-1B7A00A49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8BCB87-ACCA-A6A7-434A-46399D759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A7ABC6-FA9D-ABC5-368D-70B029E4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A50A8C-4C56-C7B7-2435-3CEB849D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287333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C341-47C7-30B4-EC08-B38A0BD2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86C5A0-B3AD-1729-DF9F-27202016F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a-Lat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FCF841-D20E-3932-ACBE-AF0D83F4D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B77914-0EBE-F317-618F-DFD9C778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0C98A4-631E-4874-3887-E070FD90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936DF3-90EB-BDA0-855A-75AF2DEC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223821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C61FC-25FC-6CE3-88F2-3999CFFA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50487F-8C2E-5015-C060-2363E719A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BB32A1-DB8E-6691-D466-09470F9C3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EE9652-4617-BDF1-68D8-3B7B7FDF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A9FD5-ED40-B393-855E-BC230AF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88510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84F6E3-A898-172C-5D9C-7DBA201DA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874F9A-F3E9-AB29-24C3-A8037D7CD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8DBE9-6F1A-F81B-DDE2-63FBE99B2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6F5830-DA1F-D97A-BBB8-6E3E26F5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a-Lat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C20C5-3B7F-B14B-4E8D-758EE491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62712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bg2">
                <a:lumMod val="90000"/>
              </a:schemeClr>
            </a:gs>
            <a:gs pos="35000">
              <a:schemeClr val="bg2">
                <a:lumMod val="75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4972D0F-D55C-9D90-42B7-A6A54E9C2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la-Lat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D81038-A6C7-A464-AEF1-348002E5F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la-Lat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D25F2F-AFE4-EC9C-2A23-53B6C71A2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51DDF-FC82-458F-BB6C-EF00FF2C7FB5}" type="datetimeFigureOut">
              <a:rPr lang="la-Latn" smtClean="0"/>
              <a:t>03/08/2025</a:t>
            </a:fld>
            <a:endParaRPr lang="la-Lat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F5076-C67D-4B24-14A5-467E88647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a-Lat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F9F546-8D7C-EEC4-1DE5-5013019EB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47E76-D5AF-4DBD-ABDB-B2D4054A583F}" type="slidenum">
              <a:rPr lang="la-Latn" smtClean="0"/>
              <a:t>‹Nº›</a:t>
            </a:fld>
            <a:endParaRPr lang="la-Latn"/>
          </a:p>
        </p:txBody>
      </p:sp>
    </p:spTree>
    <p:extLst>
      <p:ext uri="{BB962C8B-B14F-4D97-AF65-F5344CB8AC3E}">
        <p14:creationId xmlns:p14="http://schemas.microsoft.com/office/powerpoint/2010/main" val="215098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a-Lat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tecnica8lanus.blogspot.com/" TargetMode="Externa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tecnica8lanus.blogspot.com/" TargetMode="Externa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.png"/><Relationship Id="rId4" Type="http://schemas.openxmlformats.org/officeDocument/2006/relationships/hyperlink" Target="https://tecnica8lanus.blogspot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.png"/><Relationship Id="rId4" Type="http://schemas.openxmlformats.org/officeDocument/2006/relationships/hyperlink" Target="https://tecnica8lanus.blogspot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tecnica8lanus.blogspot.com/" TargetMode="Externa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B431-D26E-DB34-3EA1-9F99C5B2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A4187161-1BAC-E775-AB5A-68DF782900BC}"/>
              </a:ext>
            </a:extLst>
          </p:cNvPr>
          <p:cNvSpPr/>
          <p:nvPr/>
        </p:nvSpPr>
        <p:spPr>
          <a:xfrm>
            <a:off x="0" y="0"/>
            <a:ext cx="12192000" cy="93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8EAA6C5-3B7A-6566-9774-801C0395F85A}"/>
              </a:ext>
            </a:extLst>
          </p:cNvPr>
          <p:cNvSpPr/>
          <p:nvPr/>
        </p:nvSpPr>
        <p:spPr>
          <a:xfrm>
            <a:off x="3948332" y="256152"/>
            <a:ext cx="970672" cy="36575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INICIO</a:t>
            </a:r>
            <a:endParaRPr lang="la-Latn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274F79B-6C16-3AFF-7346-442E05CB71A2}"/>
              </a:ext>
            </a:extLst>
          </p:cNvPr>
          <p:cNvSpPr/>
          <p:nvPr/>
        </p:nvSpPr>
        <p:spPr>
          <a:xfrm>
            <a:off x="5357446" y="256148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HISTORIA</a:t>
            </a:r>
            <a:endParaRPr lang="la-Latn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B13D8FD-4E0C-9974-9D19-55EEBF0536AF}"/>
              </a:ext>
            </a:extLst>
          </p:cNvPr>
          <p:cNvSpPr/>
          <p:nvPr/>
        </p:nvSpPr>
        <p:spPr>
          <a:xfrm>
            <a:off x="7272997" y="256149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CONTACTO</a:t>
            </a:r>
            <a:endParaRPr lang="la-Latn" dirty="0"/>
          </a:p>
        </p:txBody>
      </p:sp>
      <p:pic>
        <p:nvPicPr>
          <p:cNvPr id="7" name="Imagen 6">
            <a:hlinkClick r:id="rId5"/>
            <a:extLst>
              <a:ext uri="{FF2B5EF4-FFF2-40B4-BE49-F238E27FC236}">
                <a16:creationId xmlns:a16="http://schemas.microsoft.com/office/drawing/2014/main" id="{0A5F167E-51E3-488F-6D70-1DC831EB01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11" y="794405"/>
            <a:ext cx="5269189" cy="5269189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71C2CB4-BC04-0C44-8A02-1E112C25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044" y="1488273"/>
            <a:ext cx="5394276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Nosotros somos la E.E.S.T N°8 "Almafuerte" en donde tenemos tres especialidades: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dirty="0" err="1">
                <a:solidFill>
                  <a:schemeClr val="bg1"/>
                </a:solidFill>
              </a:rPr>
              <a:t>Electromecanica</a:t>
            </a:r>
            <a:r>
              <a:rPr lang="es-ES" dirty="0">
                <a:solidFill>
                  <a:schemeClr val="bg1"/>
                </a:solidFill>
              </a:rPr>
              <a:t>: Especialidad que forma técnicos capaces de diseñar instalar y mantener sistemas que combinan electricidad y mecánica como equipos e instalaciones eléctricas mecánicas neumáticas e hidráulicas también se va a poder realizar ensayos operar máquinas herramientas hacer mantenimientos montar componentes eléctricos y mecánicos instalar redes eléctricas asesorar comercializar equipos y emprender proyectos trabajando en áreas de producción mantenimiento desarrollo gestión o ventas aplicando criterios de seguridad calidad y cuidado del ambiente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Informática: Especialidad capacitada para asistir a usuarios en la instalación mantenimiento y uso de equipos redes y programas informáticos resolviendo problemas operativos brindando capacitación protegiendo datos instalando componentes y optimizando el entorno de trabajo también pueden desarrollar o adaptar programas asesorar en la compra de productos informáticos y gestionar sus propias actividades actuando como nexo entre usuarios y especialistas trabajando de forma individual y resolviendo fallas de hardware y/o software sin afectar los datos ni la operatoria del usuario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Maestro Mayor de Obras: Esta especialidad forma técnicos capacitados para analizar necesidades de clientes elaborar proyectos de construcción dirigir y administrar obras, prestar servicios de evaluación y asesoramiento técnico desarrollando soluciones espaciales y constructivas actuando con responsabilidad profesional en todo el proceso edilicio desde el anteproyecto hasta la ejecución final</a:t>
            </a:r>
          </a:p>
          <a:p>
            <a:pPr marL="0" indent="0">
              <a:buNone/>
            </a:pPr>
            <a:endParaRPr lang="la-Latn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A98F2A-CA3C-D52C-FAF9-6668D87312E6}"/>
              </a:ext>
            </a:extLst>
          </p:cNvPr>
          <p:cNvSpPr txBox="1"/>
          <p:nvPr/>
        </p:nvSpPr>
        <p:spPr>
          <a:xfrm>
            <a:off x="5698042" y="947196"/>
            <a:ext cx="53942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5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¿Quienes somos?</a:t>
            </a:r>
            <a:endParaRPr lang="es-ES" sz="2500" b="0" i="0" dirty="0">
              <a:solidFill>
                <a:srgbClr val="FFFFFF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C6C3828-65EE-B31E-5B0D-0850E05A717D}"/>
              </a:ext>
            </a:extLst>
          </p:cNvPr>
          <p:cNvSpPr/>
          <p:nvPr/>
        </p:nvSpPr>
        <p:spPr>
          <a:xfrm>
            <a:off x="0" y="6481754"/>
            <a:ext cx="12192000" cy="413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19" name="CuadroTexto 18">
            <a:hlinkClick r:id="rId7" action="ppaction://hlinksldjump"/>
            <a:extLst>
              <a:ext uri="{FF2B5EF4-FFF2-40B4-BE49-F238E27FC236}">
                <a16:creationId xmlns:a16="http://schemas.microsoft.com/office/drawing/2014/main" id="{06939D85-3ADE-2FA3-07B9-68387B9FF57C}"/>
              </a:ext>
            </a:extLst>
          </p:cNvPr>
          <p:cNvSpPr txBox="1"/>
          <p:nvPr/>
        </p:nvSpPr>
        <p:spPr>
          <a:xfrm>
            <a:off x="2475068" y="6500132"/>
            <a:ext cx="7521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© 2025 E.E.S.T N°8 "Almafuerte" - Todos los derechos reservados.</a:t>
            </a:r>
            <a:endParaRPr lang="la-Lat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73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05C272BC-3004-C91A-68E1-FD732CDE9BCF}"/>
              </a:ext>
            </a:extLst>
          </p:cNvPr>
          <p:cNvSpPr/>
          <p:nvPr/>
        </p:nvSpPr>
        <p:spPr>
          <a:xfrm>
            <a:off x="0" y="6481754"/>
            <a:ext cx="12192000" cy="413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1A5680E-6B45-6963-A6A2-62C8412F9248}"/>
              </a:ext>
            </a:extLst>
          </p:cNvPr>
          <p:cNvSpPr/>
          <p:nvPr/>
        </p:nvSpPr>
        <p:spPr>
          <a:xfrm>
            <a:off x="0" y="0"/>
            <a:ext cx="12192000" cy="7695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8835859-B45F-DED6-1685-504C45E478E5}"/>
              </a:ext>
            </a:extLst>
          </p:cNvPr>
          <p:cNvSpPr/>
          <p:nvPr/>
        </p:nvSpPr>
        <p:spPr>
          <a:xfrm>
            <a:off x="3948332" y="256152"/>
            <a:ext cx="970672" cy="3657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INICIO</a:t>
            </a:r>
            <a:endParaRPr lang="la-Latn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5B8D0CC-C021-43E3-2FA3-8E7FEDF5B069}"/>
              </a:ext>
            </a:extLst>
          </p:cNvPr>
          <p:cNvSpPr/>
          <p:nvPr/>
        </p:nvSpPr>
        <p:spPr>
          <a:xfrm>
            <a:off x="5357446" y="256148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HISTORIA</a:t>
            </a:r>
            <a:endParaRPr lang="la-Latn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3B45357-1614-2B97-E14D-7839C7DB2AA3}"/>
              </a:ext>
            </a:extLst>
          </p:cNvPr>
          <p:cNvSpPr/>
          <p:nvPr/>
        </p:nvSpPr>
        <p:spPr>
          <a:xfrm>
            <a:off x="7272997" y="256149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CONTACTO</a:t>
            </a:r>
            <a:endParaRPr lang="la-Latn" dirty="0"/>
          </a:p>
        </p:txBody>
      </p:sp>
      <p:pic>
        <p:nvPicPr>
          <p:cNvPr id="11" name="Imagen 10">
            <a:hlinkClick r:id="rId5"/>
            <a:extLst>
              <a:ext uri="{FF2B5EF4-FFF2-40B4-BE49-F238E27FC236}">
                <a16:creationId xmlns:a16="http://schemas.microsoft.com/office/drawing/2014/main" id="{6D379D3D-B682-95A8-25EE-55115BE7B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7" y="5105"/>
            <a:ext cx="788359" cy="788359"/>
          </a:xfrm>
          <a:prstGeom prst="rect">
            <a:avLst/>
          </a:prstGeom>
        </p:spPr>
      </p:pic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2CCFE7D-0F1E-3E58-0A5C-444247E27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56236"/>
              </p:ext>
            </p:extLst>
          </p:nvPr>
        </p:nvGraphicFramePr>
        <p:xfrm>
          <a:off x="2481516" y="1282374"/>
          <a:ext cx="7678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95">
                  <a:extLst>
                    <a:ext uri="{9D8B030D-6E8A-4147-A177-3AD203B41FA5}">
                      <a16:colId xmlns:a16="http://schemas.microsoft.com/office/drawing/2014/main" val="1158481278"/>
                    </a:ext>
                  </a:extLst>
                </a:gridCol>
                <a:gridCol w="2559495">
                  <a:extLst>
                    <a:ext uri="{9D8B030D-6E8A-4147-A177-3AD203B41FA5}">
                      <a16:colId xmlns:a16="http://schemas.microsoft.com/office/drawing/2014/main" val="3791531868"/>
                    </a:ext>
                  </a:extLst>
                </a:gridCol>
                <a:gridCol w="2559495">
                  <a:extLst>
                    <a:ext uri="{9D8B030D-6E8A-4147-A177-3AD203B41FA5}">
                      <a16:colId xmlns:a16="http://schemas.microsoft.com/office/drawing/2014/main" val="189024573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CICLO BASICO</a:t>
                      </a:r>
                      <a:endParaRPr lang="la-Lat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a-Lat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45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3° AÑO</a:t>
                      </a:r>
                      <a:endParaRPr lang="la-Lat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633026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1D152A28-0615-CD50-6BFF-F8E6B8D84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28972"/>
              </p:ext>
            </p:extLst>
          </p:nvPr>
        </p:nvGraphicFramePr>
        <p:xfrm>
          <a:off x="2122657" y="2684519"/>
          <a:ext cx="8504702" cy="1488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501">
                  <a:extLst>
                    <a:ext uri="{9D8B030D-6E8A-4147-A177-3AD203B41FA5}">
                      <a16:colId xmlns:a16="http://schemas.microsoft.com/office/drawing/2014/main" val="360633849"/>
                    </a:ext>
                  </a:extLst>
                </a:gridCol>
                <a:gridCol w="1102558">
                  <a:extLst>
                    <a:ext uri="{9D8B030D-6E8A-4147-A177-3AD203B41FA5}">
                      <a16:colId xmlns:a16="http://schemas.microsoft.com/office/drawing/2014/main" val="2391730220"/>
                    </a:ext>
                  </a:extLst>
                </a:gridCol>
                <a:gridCol w="2121043">
                  <a:extLst>
                    <a:ext uri="{9D8B030D-6E8A-4147-A177-3AD203B41FA5}">
                      <a16:colId xmlns:a16="http://schemas.microsoft.com/office/drawing/2014/main" val="2934177478"/>
                    </a:ext>
                  </a:extLst>
                </a:gridCol>
                <a:gridCol w="1611800">
                  <a:extLst>
                    <a:ext uri="{9D8B030D-6E8A-4147-A177-3AD203B41FA5}">
                      <a16:colId xmlns:a16="http://schemas.microsoft.com/office/drawing/2014/main" val="2176351518"/>
                    </a:ext>
                  </a:extLst>
                </a:gridCol>
                <a:gridCol w="1611800">
                  <a:extLst>
                    <a:ext uri="{9D8B030D-6E8A-4147-A177-3AD203B41FA5}">
                      <a16:colId xmlns:a16="http://schemas.microsoft.com/office/drawing/2014/main" val="2240472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ESPECIALIDADES</a:t>
                      </a:r>
                      <a:endParaRPr lang="la-Latn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CICLO SUPERIOR</a:t>
                      </a:r>
                      <a:endParaRPr lang="la-Lat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la-Lat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la-Lat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984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ELECTROMECANICA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7° AÑO</a:t>
                      </a:r>
                      <a:endParaRPr lang="la-Lat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636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INFORMATICA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7° AÑO</a:t>
                      </a:r>
                      <a:endParaRPr lang="la-Lat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728300"/>
                  </a:ext>
                </a:extLst>
              </a:tr>
              <a:tr h="3764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COSTRUCCIONES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6° AÑO</a:t>
                      </a:r>
                      <a:endParaRPr lang="la-Lat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7° AÑO</a:t>
                      </a:r>
                      <a:endParaRPr lang="la-Lat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159282"/>
                  </a:ext>
                </a:extLst>
              </a:tr>
            </a:tbl>
          </a:graphicData>
        </a:graphic>
      </p:graphicFrame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C280D6D-F760-B13D-4864-13A88305E583}"/>
              </a:ext>
            </a:extLst>
          </p:cNvPr>
          <p:cNvSpPr/>
          <p:nvPr/>
        </p:nvSpPr>
        <p:spPr>
          <a:xfrm>
            <a:off x="128368" y="4804146"/>
            <a:ext cx="11935264" cy="12842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5FC6972-1C2F-859C-2C8B-4C2BA8D2F4D8}"/>
              </a:ext>
            </a:extLst>
          </p:cNvPr>
          <p:cNvSpPr/>
          <p:nvPr/>
        </p:nvSpPr>
        <p:spPr>
          <a:xfrm>
            <a:off x="570327" y="5015161"/>
            <a:ext cx="1904741" cy="703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Gustavo Castro</a:t>
            </a:r>
            <a:br>
              <a:rPr lang="en-US" dirty="0"/>
            </a:br>
            <a:r>
              <a:rPr lang="en-US" dirty="0"/>
              <a:t>Director</a:t>
            </a:r>
            <a:endParaRPr lang="la-Latn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F407935-6A39-E014-10CD-30995E1F14D5}"/>
              </a:ext>
            </a:extLst>
          </p:cNvPr>
          <p:cNvSpPr/>
          <p:nvPr/>
        </p:nvSpPr>
        <p:spPr>
          <a:xfrm>
            <a:off x="5137181" y="5015161"/>
            <a:ext cx="1904741" cy="703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Graciela Sirman</a:t>
            </a:r>
            <a:br>
              <a:rPr lang="en-US" dirty="0"/>
            </a:br>
            <a:r>
              <a:rPr lang="en-US" dirty="0" err="1"/>
              <a:t>Vicedirectora</a:t>
            </a:r>
            <a:endParaRPr lang="la-Latn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284E63-3A62-A0A6-4950-502F572AA48F}"/>
              </a:ext>
            </a:extLst>
          </p:cNvPr>
          <p:cNvSpPr/>
          <p:nvPr/>
        </p:nvSpPr>
        <p:spPr>
          <a:xfrm>
            <a:off x="9704036" y="5015161"/>
            <a:ext cx="1904741" cy="703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Romina lorem</a:t>
            </a:r>
          </a:p>
          <a:p>
            <a:pPr algn="ctr"/>
            <a:r>
              <a:rPr lang="en-US" dirty="0" err="1"/>
              <a:t>Vicedirectora</a:t>
            </a:r>
            <a:endParaRPr lang="en-US" dirty="0"/>
          </a:p>
        </p:txBody>
      </p:sp>
      <p:sp>
        <p:nvSpPr>
          <p:cNvPr id="9" name="CuadroTexto 8">
            <a:hlinkClick r:id="rId7" action="ppaction://hlinksldjump"/>
            <a:extLst>
              <a:ext uri="{FF2B5EF4-FFF2-40B4-BE49-F238E27FC236}">
                <a16:creationId xmlns:a16="http://schemas.microsoft.com/office/drawing/2014/main" id="{3419D1B3-2689-1A51-69B7-E272A04EFB87}"/>
              </a:ext>
            </a:extLst>
          </p:cNvPr>
          <p:cNvSpPr txBox="1"/>
          <p:nvPr/>
        </p:nvSpPr>
        <p:spPr>
          <a:xfrm>
            <a:off x="2475068" y="6500132"/>
            <a:ext cx="7521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© 2025 E.E.S.T N°8 "Almafuerte" - Todos los derechos reservados.</a:t>
            </a:r>
            <a:endParaRPr lang="la-Lat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67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F96C9CDD-9CF8-FABC-79C4-CA391D87B7E9}"/>
              </a:ext>
            </a:extLst>
          </p:cNvPr>
          <p:cNvSpPr/>
          <p:nvPr/>
        </p:nvSpPr>
        <p:spPr>
          <a:xfrm>
            <a:off x="2104008" y="976544"/>
            <a:ext cx="8043169" cy="50780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Nunc viverra imperdiet enim. Fusce est. Vivamus a tellus.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Pellentesque habitant morbi tristique senectus et netus et malesuada fames ac turpis egestas. Proin pharetra nonummy pede. Mauris et orci.</a:t>
            </a:r>
          </a:p>
          <a:p>
            <a:pPr algn="ctr"/>
            <a:endParaRPr lang="la-Latn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1FF1F97-0778-11A4-DE65-DA60C6E4F2EC}"/>
              </a:ext>
            </a:extLst>
          </p:cNvPr>
          <p:cNvSpPr/>
          <p:nvPr/>
        </p:nvSpPr>
        <p:spPr>
          <a:xfrm>
            <a:off x="0" y="6481754"/>
            <a:ext cx="12192000" cy="413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CCE286C-5207-2835-0882-7E1261730E47}"/>
              </a:ext>
            </a:extLst>
          </p:cNvPr>
          <p:cNvSpPr/>
          <p:nvPr/>
        </p:nvSpPr>
        <p:spPr>
          <a:xfrm>
            <a:off x="0" y="0"/>
            <a:ext cx="12192000" cy="7695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6496FBF-B620-F7D4-D7AB-8F1FEA67E249}"/>
              </a:ext>
            </a:extLst>
          </p:cNvPr>
          <p:cNvSpPr/>
          <p:nvPr/>
        </p:nvSpPr>
        <p:spPr>
          <a:xfrm>
            <a:off x="3948332" y="256152"/>
            <a:ext cx="970672" cy="36575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INICIO</a:t>
            </a:r>
            <a:endParaRPr lang="la-Latn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884337C-9B87-2D66-D4C4-111B8F649E39}"/>
              </a:ext>
            </a:extLst>
          </p:cNvPr>
          <p:cNvSpPr/>
          <p:nvPr/>
        </p:nvSpPr>
        <p:spPr>
          <a:xfrm>
            <a:off x="5357446" y="256148"/>
            <a:ext cx="1477108" cy="36576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HISTORIA</a:t>
            </a:r>
            <a:endParaRPr lang="la-Latn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B6623F7-11AA-B48C-7CAE-3EA058D5D487}"/>
              </a:ext>
            </a:extLst>
          </p:cNvPr>
          <p:cNvSpPr/>
          <p:nvPr/>
        </p:nvSpPr>
        <p:spPr>
          <a:xfrm>
            <a:off x="7272997" y="256149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CONTACTO</a:t>
            </a:r>
            <a:endParaRPr lang="la-Latn" dirty="0"/>
          </a:p>
        </p:txBody>
      </p:sp>
      <p:pic>
        <p:nvPicPr>
          <p:cNvPr id="13" name="Imagen 12">
            <a:hlinkClick r:id="rId4"/>
            <a:extLst>
              <a:ext uri="{FF2B5EF4-FFF2-40B4-BE49-F238E27FC236}">
                <a16:creationId xmlns:a16="http://schemas.microsoft.com/office/drawing/2014/main" id="{066DD9A1-E810-26F4-F453-9BC4113B9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7" y="5105"/>
            <a:ext cx="788359" cy="788359"/>
          </a:xfrm>
          <a:prstGeom prst="rect">
            <a:avLst/>
          </a:prstGeom>
        </p:spPr>
      </p:pic>
      <p:sp>
        <p:nvSpPr>
          <p:cNvPr id="14" name="CuadroTexto 13">
            <a:hlinkClick r:id="rId6" action="ppaction://hlinksldjump"/>
            <a:extLst>
              <a:ext uri="{FF2B5EF4-FFF2-40B4-BE49-F238E27FC236}">
                <a16:creationId xmlns:a16="http://schemas.microsoft.com/office/drawing/2014/main" id="{8DC46BFF-1389-CF07-6A66-88F0E1F057CC}"/>
              </a:ext>
            </a:extLst>
          </p:cNvPr>
          <p:cNvSpPr txBox="1"/>
          <p:nvPr/>
        </p:nvSpPr>
        <p:spPr>
          <a:xfrm>
            <a:off x="2475068" y="6500132"/>
            <a:ext cx="7521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© 2025 E.E.S.T N°8 "Almafuerte" - Todos los derechos reservados.</a:t>
            </a:r>
            <a:endParaRPr lang="la-Lat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482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ECB8-34F7-3C58-7FF6-E6FC80BC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C5FCC7C-760D-E2CF-557E-46564639933C}"/>
              </a:ext>
            </a:extLst>
          </p:cNvPr>
          <p:cNvSpPr/>
          <p:nvPr/>
        </p:nvSpPr>
        <p:spPr>
          <a:xfrm>
            <a:off x="0" y="6481754"/>
            <a:ext cx="12192000" cy="413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5B0A3F-687A-AFCC-0071-E92C38886A0B}"/>
              </a:ext>
            </a:extLst>
          </p:cNvPr>
          <p:cNvSpPr/>
          <p:nvPr/>
        </p:nvSpPr>
        <p:spPr>
          <a:xfrm>
            <a:off x="0" y="0"/>
            <a:ext cx="12192000" cy="7695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4545729-FEEA-0AA8-7126-BEFA87F901FF}"/>
              </a:ext>
            </a:extLst>
          </p:cNvPr>
          <p:cNvSpPr/>
          <p:nvPr/>
        </p:nvSpPr>
        <p:spPr>
          <a:xfrm>
            <a:off x="3948332" y="256152"/>
            <a:ext cx="970672" cy="36575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INICIO</a:t>
            </a:r>
            <a:endParaRPr lang="la-Latn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A5B9508-CA4A-67E0-E913-574235852D77}"/>
              </a:ext>
            </a:extLst>
          </p:cNvPr>
          <p:cNvSpPr/>
          <p:nvPr/>
        </p:nvSpPr>
        <p:spPr>
          <a:xfrm>
            <a:off x="5357446" y="256148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HISTORIA</a:t>
            </a:r>
            <a:endParaRPr lang="la-Latn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526E4E4-8869-7EA2-45F3-E9DB98200921}"/>
              </a:ext>
            </a:extLst>
          </p:cNvPr>
          <p:cNvSpPr/>
          <p:nvPr/>
        </p:nvSpPr>
        <p:spPr>
          <a:xfrm>
            <a:off x="7272997" y="256149"/>
            <a:ext cx="1477108" cy="36576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CONTACTO</a:t>
            </a:r>
            <a:endParaRPr lang="la-Latn" dirty="0"/>
          </a:p>
        </p:txBody>
      </p:sp>
      <p:pic>
        <p:nvPicPr>
          <p:cNvPr id="13" name="Imagen 12">
            <a:hlinkClick r:id="rId4"/>
            <a:extLst>
              <a:ext uri="{FF2B5EF4-FFF2-40B4-BE49-F238E27FC236}">
                <a16:creationId xmlns:a16="http://schemas.microsoft.com/office/drawing/2014/main" id="{B8CD9A29-7F6B-1BAF-EDFF-091C329B47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7" y="5105"/>
            <a:ext cx="788359" cy="788359"/>
          </a:xfrm>
          <a:prstGeom prst="rect">
            <a:avLst/>
          </a:prstGeom>
        </p:spPr>
      </p:pic>
      <p:sp>
        <p:nvSpPr>
          <p:cNvPr id="14" name="CuadroTexto 13">
            <a:hlinkClick r:id="rId6" action="ppaction://hlinksldjump"/>
            <a:extLst>
              <a:ext uri="{FF2B5EF4-FFF2-40B4-BE49-F238E27FC236}">
                <a16:creationId xmlns:a16="http://schemas.microsoft.com/office/drawing/2014/main" id="{F15DEAE9-3988-D573-C4BB-6678D37F01C9}"/>
              </a:ext>
            </a:extLst>
          </p:cNvPr>
          <p:cNvSpPr txBox="1"/>
          <p:nvPr/>
        </p:nvSpPr>
        <p:spPr>
          <a:xfrm>
            <a:off x="2475068" y="6500132"/>
            <a:ext cx="7521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© 2025 E.E.S.T N°8 "Almafuerte" - Todos los derechos reservados.</a:t>
            </a:r>
            <a:endParaRPr lang="la-Lat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42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38CE-7C1C-83AC-2F78-C2F3C8B26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F2EC21C-9ACD-A7A8-85E9-22B099921581}"/>
              </a:ext>
            </a:extLst>
          </p:cNvPr>
          <p:cNvSpPr/>
          <p:nvPr/>
        </p:nvSpPr>
        <p:spPr>
          <a:xfrm>
            <a:off x="2452254" y="1080655"/>
            <a:ext cx="7287491" cy="4775200"/>
          </a:xfrm>
          <a:prstGeom prst="rect">
            <a:avLst/>
          </a:prstGeom>
          <a:gradFill flip="none" rotWithShape="1">
            <a:gsLst>
              <a:gs pos="4000">
                <a:schemeClr val="accent1">
                  <a:lumMod val="40000"/>
                  <a:lumOff val="60000"/>
                </a:schemeClr>
              </a:gs>
              <a:gs pos="5400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Nunc viverra imperdiet enim. Fusce est. Vivamus a tellus.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Pellentesque habitant morbi tristique senectus et netus et malesuada fames ac turpis egestas. Proin pharetra nonummy pede. Mauris et orci.</a:t>
            </a:r>
          </a:p>
          <a:p>
            <a:pPr algn="ctr"/>
            <a:endParaRPr lang="la-Latn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8A38AC0-3D01-7003-B249-02798C4AEDFB}"/>
              </a:ext>
            </a:extLst>
          </p:cNvPr>
          <p:cNvSpPr/>
          <p:nvPr/>
        </p:nvSpPr>
        <p:spPr>
          <a:xfrm>
            <a:off x="0" y="6481754"/>
            <a:ext cx="12192000" cy="413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680DDB4-46A6-5312-410E-3746345D7A8D}"/>
              </a:ext>
            </a:extLst>
          </p:cNvPr>
          <p:cNvSpPr/>
          <p:nvPr/>
        </p:nvSpPr>
        <p:spPr>
          <a:xfrm>
            <a:off x="0" y="0"/>
            <a:ext cx="12192000" cy="7695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a-Latn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87C5CEB-59CC-34F3-101D-F8D1EDCC08CC}"/>
              </a:ext>
            </a:extLst>
          </p:cNvPr>
          <p:cNvSpPr/>
          <p:nvPr/>
        </p:nvSpPr>
        <p:spPr>
          <a:xfrm>
            <a:off x="3948332" y="256152"/>
            <a:ext cx="970672" cy="36575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INICIO</a:t>
            </a:r>
            <a:endParaRPr lang="la-Latn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0680174-7016-C4C4-4E18-8F892821FC20}"/>
              </a:ext>
            </a:extLst>
          </p:cNvPr>
          <p:cNvSpPr/>
          <p:nvPr/>
        </p:nvSpPr>
        <p:spPr>
          <a:xfrm>
            <a:off x="5357446" y="256148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HISTORIA</a:t>
            </a:r>
            <a:endParaRPr lang="la-Latn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25F75AF-2563-8880-E5F9-62B35CFA0B98}"/>
              </a:ext>
            </a:extLst>
          </p:cNvPr>
          <p:cNvSpPr/>
          <p:nvPr/>
        </p:nvSpPr>
        <p:spPr>
          <a:xfrm>
            <a:off x="7272997" y="256149"/>
            <a:ext cx="1477108" cy="36576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CONTACTO</a:t>
            </a:r>
            <a:endParaRPr lang="la-Latn" dirty="0"/>
          </a:p>
        </p:txBody>
      </p:sp>
      <p:pic>
        <p:nvPicPr>
          <p:cNvPr id="14" name="Imagen 13">
            <a:hlinkClick r:id="rId5"/>
            <a:extLst>
              <a:ext uri="{FF2B5EF4-FFF2-40B4-BE49-F238E27FC236}">
                <a16:creationId xmlns:a16="http://schemas.microsoft.com/office/drawing/2014/main" id="{5CC0503B-D775-B507-CAD3-1AF1EBF4AE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7" y="5105"/>
            <a:ext cx="788359" cy="788359"/>
          </a:xfrm>
          <a:prstGeom prst="rect">
            <a:avLst/>
          </a:prstGeom>
        </p:spPr>
      </p:pic>
      <p:sp>
        <p:nvSpPr>
          <p:cNvPr id="15" name="CuadroTexto 14">
            <a:hlinkClick r:id="rId7" action="ppaction://hlinksldjump"/>
            <a:extLst>
              <a:ext uri="{FF2B5EF4-FFF2-40B4-BE49-F238E27FC236}">
                <a16:creationId xmlns:a16="http://schemas.microsoft.com/office/drawing/2014/main" id="{938EB552-9413-8FD9-CCF4-255FF6953697}"/>
              </a:ext>
            </a:extLst>
          </p:cNvPr>
          <p:cNvSpPr txBox="1"/>
          <p:nvPr/>
        </p:nvSpPr>
        <p:spPr>
          <a:xfrm>
            <a:off x="2475068" y="6500132"/>
            <a:ext cx="7521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© 2025 E.E.S.T N°8 "Almafuerte" - Todos los derechos reservados.</a:t>
            </a:r>
            <a:endParaRPr lang="la-Lat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735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563</Words>
  <Application>Microsoft Office PowerPoint</Application>
  <PresentationFormat>Panorámica</PresentationFormat>
  <Paragraphs>59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2025-06-09T23:09:26Z</dcterms:created>
  <dcterms:modified xsi:type="dcterms:W3CDTF">2025-08-03T22:08:40Z</dcterms:modified>
</cp:coreProperties>
</file>